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B4"/>
                </a:solidFill>
              </a:defRPr>
            </a:pPr>
            <a:r>
              <a:t>Hello PowerPoint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0"/>
            <a:ext cx="6480000" cy="720000"/>
          </a:xfrm>
          <a:prstGeom prst="roundRect">
            <a:avLst/>
          </a:prstGeom>
          <a:solidFill>
            <a:srgbClr val="0046B4"/>
          </a:solidFill>
          <a:ln>
            <a:solidFill>
              <a:srgbClr val="004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這是第一個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